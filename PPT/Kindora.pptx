
<file path=[Content_Types].xml><?xml version="1.0" encoding="utf-8"?>
<Types xmlns="http://schemas.openxmlformats.org/package/2006/content-types">
  <Default Extension="2" ContentType="image/jpeg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061" autoAdjust="0"/>
  </p:normalViewPr>
  <p:slideViewPr>
    <p:cSldViewPr snapToGrid="0">
      <p:cViewPr varScale="1">
        <p:scale>
          <a:sx n="70" d="100"/>
          <a:sy n="70" d="100"/>
        </p:scale>
        <p:origin x="70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17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5" Type="http://schemas.openxmlformats.org/officeDocument/2006/relationships/image" Target="../media/image31.png"/><Relationship Id="rId10" Type="http://schemas.openxmlformats.org/officeDocument/2006/relationships/image" Target="../media/image10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10.png"/><Relationship Id="rId1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5" Type="http://schemas.openxmlformats.org/officeDocument/2006/relationships/image" Target="../media/image57.png"/><Relationship Id="rId10" Type="http://schemas.openxmlformats.org/officeDocument/2006/relationships/image" Target="../media/image10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5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rawpixel.com/search/ahea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2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38125" y="3486242"/>
            <a:ext cx="1171575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+mn-lt"/>
                <a:ea typeface="Poppins"/>
                <a:cs typeface="Poppins"/>
                <a:sym typeface="Poppins"/>
              </a:rPr>
              <a:t>KINDORA</a:t>
            </a:r>
            <a:endParaRPr sz="2800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83671" y="4901277"/>
            <a:ext cx="1123950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A Modern Web Project</a:t>
            </a:r>
            <a:endParaRPr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92E8C-9268-8F2F-4A98-CDF256B11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74" y="633400"/>
            <a:ext cx="2711098" cy="3114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678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76250" y="1878530"/>
            <a:ext cx="538162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Kindora is a student-created website project designed to explore the fundamentals of web design and development.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76249" y="3286468"/>
            <a:ext cx="561975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The goal was to build a platform that feels:</a:t>
            </a:r>
            <a:endParaRPr sz="1800" dirty="0">
              <a:solidFill>
                <a:schemeClr val="tx1"/>
              </a:solidFill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0678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09624" y="3808009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Modern &amp; Professional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09624" y="4255684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Smooth &amp; Responsive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09624" y="4703359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User-Friendly</a:t>
            </a:r>
            <a:endParaRPr sz="1800">
              <a:solidFill>
                <a:schemeClr val="tx1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09624" y="5151034"/>
            <a:ext cx="5048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Visually Clean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76250" y="476250"/>
            <a:ext cx="117157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3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94154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38921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88043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5328111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861095"/>
            <a:ext cx="5476875" cy="1807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861095"/>
            <a:ext cx="5476875" cy="1807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954660"/>
            <a:ext cx="5476875" cy="1807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3954660"/>
            <a:ext cx="5476875" cy="1807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2431553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4150" y="2431553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5251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4150" y="45251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90587" y="2593478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1628775" y="2156370"/>
            <a:ext cx="4230528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Student Project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1628775" y="2621160"/>
            <a:ext cx="4029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 purely academic project to learn coding.</a:t>
            </a:r>
            <a:endParaRPr dirty="0"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10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696075" y="2593478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391400" y="2308770"/>
            <a:ext cx="369046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Creativity Focus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7391400" y="2773560"/>
            <a:ext cx="3514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Emphasis on layout, colors, and flow.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11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890587" y="4687044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1628775" y="4249935"/>
            <a:ext cx="4230528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Skill Practice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628775" y="4714726"/>
            <a:ext cx="40290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Real-world practice for development skills.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12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738937" y="4687044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391400" y="4402335"/>
            <a:ext cx="3630453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Clean Interface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391400" y="4867126"/>
            <a:ext cx="3457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Simple flow that is easy to navigate.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76250" y="457824"/>
            <a:ext cx="11715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About Kindora</a:t>
            </a:r>
            <a:endParaRPr sz="36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5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257175" y="2515641"/>
            <a:ext cx="1167765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IMPORTANT NOTE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14350" y="3452812"/>
            <a:ext cx="11163300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"Kindora is only a project website.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 dirty="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 It is NOT a real business."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514350" y="5201542"/>
            <a:ext cx="111633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It is made strictly for learning and practice purposes.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1258341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906785"/>
            <a:ext cx="53816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190678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334124" y="1735124"/>
            <a:ext cx="53816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Kindora simulates a travel booking platform to demonstrate form handling and logic:</a:t>
            </a:r>
            <a:endParaRPr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334125" y="4870995"/>
            <a:ext cx="5381625" cy="529530"/>
          </a:xfrm>
          <a:prstGeom prst="roundRect">
            <a:avLst>
              <a:gd name="adj" fmla="val 1439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477000" y="5013870"/>
            <a:ext cx="5526314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Note:</a:t>
            </a:r>
            <a:r>
              <a:rPr lang="en-US" b="0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This is a concept demo. No actual tickets are booked.</a:t>
            </a:r>
            <a:endParaRPr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667499" y="2810447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Trip Booking Form (HTML input)</a:t>
            </a:r>
            <a:endParaRPr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667499" y="3258122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Data Processing (Simple PHP)</a:t>
            </a:r>
            <a:endParaRPr sz="16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667499" y="3705797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Booking Confirmation Page</a:t>
            </a:r>
            <a:endParaRPr sz="16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6667499" y="4153472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Basic User Input Validation</a:t>
            </a:r>
            <a:endParaRPr sz="16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476250" y="476250"/>
            <a:ext cx="11715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Booking Features</a:t>
            </a:r>
            <a:endParaRPr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92563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37330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2098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426865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895113"/>
            <a:ext cx="5429250" cy="3634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bg2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286500" y="1895112"/>
            <a:ext cx="5429250" cy="363483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740568" y="2352312"/>
            <a:ext cx="490061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Real World Website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6550818" y="2352312"/>
            <a:ext cx="490061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Kindora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42118" y="2437659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857250" y="2956108"/>
            <a:ext cx="46672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Real Business</a:t>
            </a:r>
            <a:endParaRPr sz="2000"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857250" y="3403783"/>
            <a:ext cx="46672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Actual Payments</a:t>
            </a:r>
            <a:endParaRPr sz="2000"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857250" y="3851458"/>
            <a:ext cx="46672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Live Ticket Booking</a:t>
            </a:r>
            <a:endParaRPr sz="2000"/>
          </a:p>
        </p:txBody>
      </p:sp>
      <p:sp>
        <p:nvSpPr>
          <p:cNvPr id="176" name="Google Shape;176;p18"/>
          <p:cNvSpPr txBox="1"/>
          <p:nvPr/>
        </p:nvSpPr>
        <p:spPr>
          <a:xfrm>
            <a:off x="857250" y="4299133"/>
            <a:ext cx="46672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Customer Service</a:t>
            </a:r>
            <a:endParaRPr sz="2000"/>
          </a:p>
        </p:txBody>
      </p:sp>
      <p:sp>
        <p:nvSpPr>
          <p:cNvPr id="178" name="Google Shape;178;p18"/>
          <p:cNvSpPr txBox="1"/>
          <p:nvPr/>
        </p:nvSpPr>
        <p:spPr>
          <a:xfrm>
            <a:off x="6667500" y="2956108"/>
            <a:ext cx="46672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Student Project</a:t>
            </a:r>
            <a:endParaRPr sz="2000"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6667500" y="3403783"/>
            <a:ext cx="46672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No Payments involved</a:t>
            </a:r>
            <a:endParaRPr sz="2000" dirty="0"/>
          </a:p>
        </p:txBody>
      </p:sp>
      <p:sp>
        <p:nvSpPr>
          <p:cNvPr id="180" name="Google Shape;180;p18"/>
          <p:cNvSpPr txBox="1"/>
          <p:nvPr/>
        </p:nvSpPr>
        <p:spPr>
          <a:xfrm>
            <a:off x="6667500" y="3793401"/>
            <a:ext cx="46672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Demo/Simulation Only</a:t>
            </a:r>
            <a:endParaRPr sz="2000"/>
          </a:p>
        </p:txBody>
      </p:sp>
      <p:sp>
        <p:nvSpPr>
          <p:cNvPr id="181" name="Google Shape;181;p18"/>
          <p:cNvSpPr txBox="1"/>
          <p:nvPr/>
        </p:nvSpPr>
        <p:spPr>
          <a:xfrm>
            <a:off x="6667500" y="4241076"/>
            <a:ext cx="46672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HTML/CSS/PHP Learning</a:t>
            </a:r>
            <a:endParaRPr sz="2000"/>
          </a:p>
        </p:txBody>
      </p:sp>
      <p:sp>
        <p:nvSpPr>
          <p:cNvPr id="182" name="Google Shape;182;p18"/>
          <p:cNvSpPr txBox="1"/>
          <p:nvPr/>
        </p:nvSpPr>
        <p:spPr>
          <a:xfrm>
            <a:off x="476250" y="476250"/>
            <a:ext cx="11715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8"/>
              </a:lnSpc>
            </a:pPr>
            <a:r>
              <a:rPr lang="en-US" sz="48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Real World</a:t>
            </a:r>
            <a:r>
              <a:rPr lang="en-US" sz="4800" b="1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vs Project</a:t>
            </a:r>
            <a:endParaRPr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83" name="Google Shape;18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5537" y="313935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5537" y="358702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5537" y="403470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5537" y="448237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4529" y="319691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4529" y="360376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4529" y="39896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04529" y="442869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1FF5DD-A419-8B26-8D9B-D884174A50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1518" y="2327057"/>
            <a:ext cx="458943" cy="5271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851570"/>
            <a:ext cx="3555950" cy="181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851570"/>
            <a:ext cx="3555950" cy="181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1851570"/>
            <a:ext cx="3556099" cy="181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3954660"/>
            <a:ext cx="3555950" cy="181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17950" y="3954660"/>
            <a:ext cx="3555950" cy="181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59650" y="3954660"/>
            <a:ext cx="3556099" cy="181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20775" y="214684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1564064" y="3004095"/>
            <a:ext cx="138017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Homepage</a:t>
            </a:r>
            <a:endParaRPr/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62476" y="214684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5245744" y="3004095"/>
            <a:ext cx="170021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Booking Form</a:t>
            </a:r>
            <a:endParaRPr/>
          </a:p>
        </p:txBody>
      </p:sp>
      <p:pic>
        <p:nvPicPr>
          <p:cNvPr id="206" name="Google Shape;206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04325" y="214684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9212609" y="3004095"/>
            <a:ext cx="1450181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About Page</a:t>
            </a:r>
            <a:endParaRPr/>
          </a:p>
        </p:txBody>
      </p:sp>
      <p:pic>
        <p:nvPicPr>
          <p:cNvPr id="208" name="Google Shape;208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20775" y="424993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1021091" y="5090827"/>
            <a:ext cx="246611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E293B"/>
                </a:solidFill>
                <a:latin typeface="Poppins"/>
                <a:cs typeface="Poppins"/>
                <a:sym typeface="Poppins"/>
              </a:rPr>
              <a:t>Search Destination</a:t>
            </a:r>
            <a:endParaRPr dirty="0"/>
          </a:p>
        </p:txBody>
      </p:sp>
      <p:pic>
        <p:nvPicPr>
          <p:cNvPr id="210" name="Google Shape;210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62476" y="424993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5550783" y="5107185"/>
            <a:ext cx="1090136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Review</a:t>
            </a:r>
            <a:endParaRPr dirty="0"/>
          </a:p>
        </p:txBody>
      </p:sp>
      <p:pic>
        <p:nvPicPr>
          <p:cNvPr id="212" name="Google Shape;212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04325" y="424993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9427636" y="5107185"/>
            <a:ext cx="102012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  <a:endParaRPr/>
          </a:p>
        </p:txBody>
      </p:sp>
      <p:pic>
        <p:nvPicPr>
          <p:cNvPr id="214" name="Google Shape;214;p19" descr="image.png"/>
          <p:cNvPicPr preferRelativeResize="0"/>
          <p:nvPr/>
        </p:nvPicPr>
        <p:blipFill rotWithShape="1">
          <a:blip r:embed="rId11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58888" y="230877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12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900588" y="230877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1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766250" y="230877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1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900588" y="441186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15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766250" y="441186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476250" y="479329"/>
            <a:ext cx="117157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Website Sections</a:t>
            </a:r>
            <a:endParaRPr sz="3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FDCDE454-038D-CEAB-3D09-B41D76D645B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962608" y="4317551"/>
            <a:ext cx="516155" cy="516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93" y="3988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678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561975" y="1763052"/>
            <a:ext cx="53816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The homepage serves as the main entry point, featuring:</a:t>
            </a:r>
            <a:endParaRPr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28" name="Google Shape;22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0678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809625" y="2917344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Logo &amp; Nav Bar: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Easy access to all pages.</a:t>
            </a:r>
            <a:endParaRPr sz="1600" dirty="0"/>
          </a:p>
        </p:txBody>
      </p:sp>
      <p:sp>
        <p:nvSpPr>
          <p:cNvPr id="230" name="Google Shape;230;p20"/>
          <p:cNvSpPr txBox="1"/>
          <p:nvPr/>
        </p:nvSpPr>
        <p:spPr>
          <a:xfrm>
            <a:off x="809625" y="3365019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Hero Banner: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Large Vi</a:t>
            </a:r>
            <a:r>
              <a:rPr lang="en-US" sz="1600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deo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with intro text.</a:t>
            </a:r>
            <a:endParaRPr sz="1600" dirty="0"/>
          </a:p>
        </p:txBody>
      </p:sp>
      <p:sp>
        <p:nvSpPr>
          <p:cNvPr id="231" name="Google Shape;231;p20"/>
          <p:cNvSpPr txBox="1"/>
          <p:nvPr/>
        </p:nvSpPr>
        <p:spPr>
          <a:xfrm>
            <a:off x="809625" y="3812694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Feature Cards: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Highlights of what we offer.</a:t>
            </a:r>
            <a:endParaRPr sz="1600"/>
          </a:p>
        </p:txBody>
      </p:sp>
      <p:sp>
        <p:nvSpPr>
          <p:cNvPr id="232" name="Google Shape;232;p20"/>
          <p:cNvSpPr txBox="1"/>
          <p:nvPr/>
        </p:nvSpPr>
        <p:spPr>
          <a:xfrm>
            <a:off x="809625" y="4260369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Call-to-Action Buttons: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"Book Now" links.</a:t>
            </a:r>
            <a:endParaRPr sz="1600"/>
          </a:p>
        </p:txBody>
      </p:sp>
      <p:sp>
        <p:nvSpPr>
          <p:cNvPr id="233" name="Google Shape;233;p20"/>
          <p:cNvSpPr txBox="1"/>
          <p:nvPr/>
        </p:nvSpPr>
        <p:spPr>
          <a:xfrm>
            <a:off x="809625" y="4708044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Footer: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Copyright and links.</a:t>
            </a:r>
            <a:endParaRPr sz="1600"/>
          </a:p>
        </p:txBody>
      </p:sp>
      <p:sp>
        <p:nvSpPr>
          <p:cNvPr id="234" name="Google Shape;234;p20"/>
          <p:cNvSpPr txBox="1"/>
          <p:nvPr/>
        </p:nvSpPr>
        <p:spPr>
          <a:xfrm>
            <a:off x="476250" y="476250"/>
            <a:ext cx="117157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Homepage Overview</a:t>
            </a:r>
            <a:endParaRPr sz="3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35" name="Google Shape;23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07155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51923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96690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41458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86225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640085"/>
            <a:ext cx="547687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640085"/>
            <a:ext cx="547687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3183135"/>
            <a:ext cx="547687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3183135"/>
            <a:ext cx="547687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4726185"/>
            <a:ext cx="547687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8875" y="4726185"/>
            <a:ext cx="547687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193536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1628775" y="2040349"/>
            <a:ext cx="2986768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Responsive Design</a:t>
            </a:r>
            <a:endParaRPr sz="1800" dirty="0"/>
          </a:p>
        </p:txBody>
      </p:sp>
      <p:pic>
        <p:nvPicPr>
          <p:cNvPr id="253" name="Google Shape;253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193536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7391399" y="2040349"/>
            <a:ext cx="205582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Fast Loading</a:t>
            </a:r>
            <a:endParaRPr sz="1800"/>
          </a:p>
        </p:txBody>
      </p:sp>
      <p:pic>
        <p:nvPicPr>
          <p:cNvPr id="255" name="Google Shape;255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347841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1628775" y="3583399"/>
            <a:ext cx="223684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Smooth Scroll</a:t>
            </a:r>
            <a:endParaRPr sz="1800" dirty="0"/>
          </a:p>
        </p:txBody>
      </p:sp>
      <p:pic>
        <p:nvPicPr>
          <p:cNvPr id="257" name="Google Shape;257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347841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7391400" y="3583399"/>
            <a:ext cx="217219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Modern Icons</a:t>
            </a:r>
            <a:endParaRPr sz="1800"/>
          </a:p>
        </p:txBody>
      </p:sp>
      <p:pic>
        <p:nvPicPr>
          <p:cNvPr id="259" name="Google Shape;259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502146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1628775" y="5126449"/>
            <a:ext cx="2107546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Clean Layout</a:t>
            </a:r>
            <a:endParaRPr sz="1800"/>
          </a:p>
        </p:txBody>
      </p:sp>
      <p:pic>
        <p:nvPicPr>
          <p:cNvPr id="261" name="Google Shape;261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502146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 txBox="1"/>
          <p:nvPr/>
        </p:nvSpPr>
        <p:spPr>
          <a:xfrm>
            <a:off x="7391400" y="5126449"/>
            <a:ext cx="281868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Attractive Theme</a:t>
            </a:r>
            <a:endParaRPr sz="1800"/>
          </a:p>
        </p:txBody>
      </p:sp>
      <p:pic>
        <p:nvPicPr>
          <p:cNvPr id="263" name="Google Shape;263;p21" descr="image.png"/>
          <p:cNvPicPr preferRelativeResize="0"/>
          <p:nvPr/>
        </p:nvPicPr>
        <p:blipFill rotWithShape="1">
          <a:blip r:embed="rId10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976312" y="2097285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11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853238" y="209728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12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976312" y="3640335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13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834188" y="364033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14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909637" y="518338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image.png"/>
          <p:cNvPicPr preferRelativeResize="0"/>
          <p:nvPr/>
        </p:nvPicPr>
        <p:blipFill rotWithShape="1">
          <a:blip r:embed="rId15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810375" y="5183385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476250" y="520529"/>
            <a:ext cx="117157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Key Website Features</a:t>
            </a:r>
            <a:endParaRPr sz="3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90678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6334125" y="1565670"/>
            <a:ext cx="5381625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The look and feel of Kindora is based on minimal principles: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6667500" y="2902828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Clean &amp; Minimal: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No clutter, just content.</a:t>
            </a:r>
            <a:endParaRPr sz="1600" dirty="0"/>
          </a:p>
        </p:txBody>
      </p:sp>
      <p:sp>
        <p:nvSpPr>
          <p:cNvPr id="279" name="Google Shape;279;p22"/>
          <p:cNvSpPr txBox="1"/>
          <p:nvPr/>
        </p:nvSpPr>
        <p:spPr>
          <a:xfrm>
            <a:off x="6667500" y="3350503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Balanced Spacing: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Elements can breathe.</a:t>
            </a:r>
            <a:endParaRPr sz="1600"/>
          </a:p>
        </p:txBody>
      </p:sp>
      <p:sp>
        <p:nvSpPr>
          <p:cNvPr id="280" name="Google Shape;280;p22"/>
          <p:cNvSpPr txBox="1"/>
          <p:nvPr/>
        </p:nvSpPr>
        <p:spPr>
          <a:xfrm>
            <a:off x="6667500" y="3798178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Soft Colors: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Easy on the eyes (Pastels/Whites).</a:t>
            </a:r>
            <a:endParaRPr sz="1600"/>
          </a:p>
        </p:txBody>
      </p:sp>
      <p:sp>
        <p:nvSpPr>
          <p:cNvPr id="281" name="Google Shape;281;p22"/>
          <p:cNvSpPr txBox="1"/>
          <p:nvPr/>
        </p:nvSpPr>
        <p:spPr>
          <a:xfrm>
            <a:off x="6667500" y="4245853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Rounded Shapes: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Friendly and modern UI.</a:t>
            </a:r>
            <a:endParaRPr sz="1600"/>
          </a:p>
        </p:txBody>
      </p:sp>
      <p:sp>
        <p:nvSpPr>
          <p:cNvPr id="282" name="Google Shape;282;p22"/>
          <p:cNvSpPr txBox="1"/>
          <p:nvPr/>
        </p:nvSpPr>
        <p:spPr>
          <a:xfrm>
            <a:off x="6667500" y="4693528"/>
            <a:ext cx="5048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Neat Typography: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Using Poppins for readability.</a:t>
            </a:r>
            <a:endParaRPr sz="1600"/>
          </a:p>
        </p:txBody>
      </p:sp>
      <p:sp>
        <p:nvSpPr>
          <p:cNvPr id="283" name="Google Shape;283;p22"/>
          <p:cNvSpPr txBox="1"/>
          <p:nvPr/>
        </p:nvSpPr>
        <p:spPr>
          <a:xfrm>
            <a:off x="476250" y="476250"/>
            <a:ext cx="11715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Design Philosophy</a:t>
            </a:r>
            <a:endParaRPr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84" name="Google Shape;28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02801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47569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92336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37104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81871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D9C3C0-6969-02BB-6868-E9E35F2E23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629596"/>
            <a:ext cx="5619750" cy="3521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098351"/>
            <a:ext cx="355595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098351"/>
            <a:ext cx="355595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1098351"/>
            <a:ext cx="3556099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3635722"/>
            <a:ext cx="355595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17950" y="3635722"/>
            <a:ext cx="3555950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59650" y="3635722"/>
            <a:ext cx="3556099" cy="225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20775" y="139362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/>
        </p:nvSpPr>
        <p:spPr>
          <a:xfrm>
            <a:off x="1873150" y="2250876"/>
            <a:ext cx="8001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HTML5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1635707" y="2723831"/>
            <a:ext cx="1151037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Structure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303" name="Google Shape;303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62476" y="139362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 txBox="1"/>
          <p:nvPr/>
        </p:nvSpPr>
        <p:spPr>
          <a:xfrm>
            <a:off x="5800576" y="2250876"/>
            <a:ext cx="62007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CSS3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5339443" y="2702845"/>
            <a:ext cx="159610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Styling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306" name="Google Shape;306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04325" y="139362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9290000" y="2250876"/>
            <a:ext cx="136017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JavaScript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9219243" y="2723831"/>
            <a:ext cx="1473327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Interactivity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309" name="Google Shape;309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20775" y="393099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3"/>
          <p:cNvSpPr txBox="1"/>
          <p:nvPr/>
        </p:nvSpPr>
        <p:spPr>
          <a:xfrm>
            <a:off x="2030313" y="4788247"/>
            <a:ext cx="470058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PHP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1032884" y="5253037"/>
            <a:ext cx="2356681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Backend Logic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312" name="Google Shape;312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62476" y="393099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3"/>
          <p:cNvSpPr txBox="1"/>
          <p:nvPr/>
        </p:nvSpPr>
        <p:spPr>
          <a:xfrm>
            <a:off x="5319563" y="4788247"/>
            <a:ext cx="1630203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Google Fonts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5450393" y="5282378"/>
            <a:ext cx="1281729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Poppins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315" name="Google Shape;315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04325" y="393099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 txBox="1"/>
          <p:nvPr/>
        </p:nvSpPr>
        <p:spPr>
          <a:xfrm>
            <a:off x="9089975" y="4788247"/>
            <a:ext cx="1780222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FontAwesome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9604325" y="5269685"/>
            <a:ext cx="859441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Icons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318" name="Google Shape;318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25563" y="1555551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67263" y="1555551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785300" y="1555551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3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039838" y="409292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3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943451" y="409292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3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766250" y="409292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3"/>
          <p:cNvSpPr txBox="1"/>
          <p:nvPr/>
        </p:nvSpPr>
        <p:spPr>
          <a:xfrm>
            <a:off x="476250" y="332630"/>
            <a:ext cx="1171575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 sz="1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476250" y="6077842"/>
            <a:ext cx="11239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*The project is built using simple and beginner-friendly code.*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678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4"/>
          <p:cNvSpPr txBox="1"/>
          <p:nvPr/>
        </p:nvSpPr>
        <p:spPr>
          <a:xfrm>
            <a:off x="476250" y="1906785"/>
            <a:ext cx="538162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The simulation follows a simple data flow:</a:t>
            </a:r>
            <a:endParaRPr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33" name="Google Shape;33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0678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4"/>
          <p:cNvSpPr txBox="1"/>
          <p:nvPr/>
        </p:nvSpPr>
        <p:spPr>
          <a:xfrm>
            <a:off x="1047750" y="2402085"/>
            <a:ext cx="48101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User fills out the trip details form.</a:t>
            </a:r>
            <a:endParaRPr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1047750" y="2802135"/>
            <a:ext cx="48101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User clicks the "Book Now" button.</a:t>
            </a:r>
            <a:endParaRPr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6" name="Google Shape;336;p24"/>
          <p:cNvSpPr txBox="1"/>
          <p:nvPr/>
        </p:nvSpPr>
        <p:spPr>
          <a:xfrm>
            <a:off x="1047750" y="3202185"/>
            <a:ext cx="48101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PHP validates and processes the data.</a:t>
            </a:r>
            <a:endParaRPr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1047750" y="3602235"/>
            <a:ext cx="48101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Booking is stored in the MySQL database.</a:t>
            </a:r>
            <a:endParaRPr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8" name="Google Shape;338;p24"/>
          <p:cNvSpPr txBox="1"/>
          <p:nvPr/>
        </p:nvSpPr>
        <p:spPr>
          <a:xfrm>
            <a:off x="1047750" y="3996189"/>
            <a:ext cx="48101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IN" sz="1800" dirty="0">
                <a:solidFill>
                  <a:schemeClr val="bg2">
                    <a:lumMod val="75000"/>
                  </a:schemeClr>
                </a:solidFill>
              </a:rPr>
              <a:t>System generates a confirmation page.</a:t>
            </a:r>
            <a:endParaRPr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39" name="Google Shape;339;p24"/>
          <p:cNvSpPr txBox="1"/>
          <p:nvPr/>
        </p:nvSpPr>
        <p:spPr>
          <a:xfrm>
            <a:off x="476250" y="476250"/>
            <a:ext cx="117157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8"/>
              </a:lnSpc>
            </a:pPr>
            <a:r>
              <a:rPr lang="en-US" sz="4400" b="1" dirty="0">
                <a:solidFill>
                  <a:schemeClr val="bg2">
                    <a:lumMod val="75000"/>
                  </a:schemeClr>
                </a:solidFill>
                <a:latin typeface="+mn-lt"/>
                <a:cs typeface="Poppins" panose="00000500000000000000" pitchFamily="2" charset="0"/>
              </a:rPr>
              <a:t>How the Real Booking System Works</a:t>
            </a:r>
            <a:endParaRPr sz="2000" b="1" dirty="0">
              <a:solidFill>
                <a:schemeClr val="bg2">
                  <a:lumMod val="75000"/>
                </a:schemeClr>
              </a:solidFill>
              <a:latin typeface="+mn-lt"/>
              <a:cs typeface="Poppins" panose="00000500000000000000" pitchFamily="2" charset="0"/>
            </a:endParaRPr>
          </a:p>
        </p:txBody>
      </p:sp>
      <p:pic>
        <p:nvPicPr>
          <p:cNvPr id="340" name="Google Shape;34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251366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291371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31376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7138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5714" y="447935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38;p24">
            <a:extLst>
              <a:ext uri="{FF2B5EF4-FFF2-40B4-BE49-F238E27FC236}">
                <a16:creationId xmlns:a16="http://schemas.microsoft.com/office/drawing/2014/main" id="{D1890226-F37F-EFD7-6D10-0A984B8A246C}"/>
              </a:ext>
            </a:extLst>
          </p:cNvPr>
          <p:cNvSpPr txBox="1"/>
          <p:nvPr/>
        </p:nvSpPr>
        <p:spPr>
          <a:xfrm>
            <a:off x="1047750" y="4390143"/>
            <a:ext cx="48101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</a:rPr>
              <a:t>Admin panel shows the new booking.</a:t>
            </a:r>
            <a:endParaRPr sz="18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Google Shape;340;p24" descr="image.png">
            <a:extLst>
              <a:ext uri="{FF2B5EF4-FFF2-40B4-BE49-F238E27FC236}">
                <a16:creationId xmlns:a16="http://schemas.microsoft.com/office/drawing/2014/main" id="{2F37A457-EE3B-2325-720D-54BAB65CC8F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7232" y="411777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335285"/>
            <a:ext cx="55245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907035"/>
            <a:ext cx="55245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5"/>
          <p:cNvSpPr txBox="1"/>
          <p:nvPr/>
        </p:nvSpPr>
        <p:spPr>
          <a:xfrm>
            <a:off x="2490787" y="4740473"/>
            <a:ext cx="1495425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 Confirmation Page</a:t>
            </a:r>
            <a:endParaRPr/>
          </a:p>
        </p:txBody>
      </p:sp>
      <p:pic>
        <p:nvPicPr>
          <p:cNvPr id="356" name="Google Shape;356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3000" y="21687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5"/>
          <p:cNvSpPr txBox="1"/>
          <p:nvPr/>
        </p:nvSpPr>
        <p:spPr>
          <a:xfrm>
            <a:off x="476250" y="298311"/>
            <a:ext cx="11715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Project Screenshots</a:t>
            </a:r>
            <a:endParaRPr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5FB62-8973-A1A5-D320-0C69F327B9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1672" y="3907035"/>
            <a:ext cx="5514077" cy="2381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F5E782-F9C0-F7A7-04E7-100421ADFE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335286"/>
            <a:ext cx="5524500" cy="2381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90678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6"/>
          <p:cNvSpPr txBox="1"/>
          <p:nvPr/>
        </p:nvSpPr>
        <p:spPr>
          <a:xfrm>
            <a:off x="6419850" y="1610297"/>
            <a:ext cx="53816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 make Kindora a fully functional system, I plan to add:</a:t>
            </a:r>
            <a:endParaRPr sz="1800" dirty="0"/>
          </a:p>
        </p:txBody>
      </p:sp>
      <p:sp>
        <p:nvSpPr>
          <p:cNvPr id="367" name="Google Shape;367;p26"/>
          <p:cNvSpPr txBox="1"/>
          <p:nvPr/>
        </p:nvSpPr>
        <p:spPr>
          <a:xfrm>
            <a:off x="6667499" y="2657221"/>
            <a:ext cx="53816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475569"/>
                </a:solidFill>
                <a:latin typeface="Poppins"/>
                <a:cs typeface="Poppins"/>
              </a:rPr>
              <a:t>AI Trip Recommendations: </a:t>
            </a:r>
            <a:r>
              <a:rPr lang="en-US" sz="1800" dirty="0">
                <a:solidFill>
                  <a:srgbClr val="475569"/>
                </a:solidFill>
                <a:latin typeface="Poppins"/>
                <a:cs typeface="Poppins"/>
              </a:rPr>
              <a:t>To suggest personalized travel plans.</a:t>
            </a:r>
            <a:endParaRPr sz="1800" dirty="0">
              <a:solidFill>
                <a:srgbClr val="475569"/>
              </a:solidFill>
              <a:latin typeface="Poppins"/>
              <a:cs typeface="Poppins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6667500" y="3610113"/>
            <a:ext cx="50482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800" b="1" dirty="0">
                <a:solidFill>
                  <a:srgbClr val="475569"/>
                </a:solidFill>
                <a:latin typeface="Poppins"/>
                <a:cs typeface="Poppins"/>
              </a:rPr>
              <a:t>Live Maps Integration: </a:t>
            </a:r>
            <a:r>
              <a:rPr lang="en-US" sz="1800" dirty="0">
                <a:solidFill>
                  <a:srgbClr val="475569"/>
                </a:solidFill>
                <a:latin typeface="Poppins"/>
                <a:cs typeface="Poppins"/>
              </a:rPr>
              <a:t>To preview routes and locations in real-time.</a:t>
            </a:r>
            <a:endParaRPr sz="1800" dirty="0">
              <a:solidFill>
                <a:srgbClr val="475569"/>
              </a:solidFill>
              <a:latin typeface="Poppins"/>
              <a:cs typeface="Poppins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6667500" y="4554053"/>
            <a:ext cx="50482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475569"/>
                </a:solidFill>
                <a:latin typeface="Poppins"/>
                <a:cs typeface="Poppins"/>
              </a:rPr>
              <a:t>Multi-Language Support: </a:t>
            </a:r>
            <a:r>
              <a:rPr lang="en-US" sz="1800" dirty="0">
                <a:solidFill>
                  <a:srgbClr val="475569"/>
                </a:solidFill>
                <a:latin typeface="Poppins"/>
                <a:cs typeface="Poppins"/>
              </a:rPr>
              <a:t>To make the site usable globally.</a:t>
            </a:r>
            <a:endParaRPr sz="1800" dirty="0">
              <a:solidFill>
                <a:srgbClr val="475569"/>
              </a:solidFill>
              <a:latin typeface="Poppins"/>
              <a:cs typeface="Poppins"/>
            </a:endParaRPr>
          </a:p>
        </p:txBody>
      </p:sp>
      <p:sp>
        <p:nvSpPr>
          <p:cNvPr id="371" name="Google Shape;371;p26"/>
          <p:cNvSpPr txBox="1"/>
          <p:nvPr/>
        </p:nvSpPr>
        <p:spPr>
          <a:xfrm>
            <a:off x="6667500" y="5449403"/>
            <a:ext cx="50482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475569"/>
                </a:solidFill>
                <a:latin typeface="Poppins"/>
                <a:cs typeface="Poppins"/>
              </a:rPr>
              <a:t>Multi-Language Support</a:t>
            </a:r>
            <a:r>
              <a:rPr lang="en-US" sz="1800" dirty="0">
                <a:solidFill>
                  <a:srgbClr val="475569"/>
                </a:solidFill>
                <a:latin typeface="Poppins"/>
                <a:cs typeface="Poppins"/>
              </a:rPr>
              <a:t>: To make the site usable globally.</a:t>
            </a:r>
          </a:p>
        </p:txBody>
      </p:sp>
      <p:sp>
        <p:nvSpPr>
          <p:cNvPr id="373" name="Google Shape;373;p26"/>
          <p:cNvSpPr txBox="1"/>
          <p:nvPr/>
        </p:nvSpPr>
        <p:spPr>
          <a:xfrm>
            <a:off x="476250" y="476250"/>
            <a:ext cx="11715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Future Improvements</a:t>
            </a:r>
            <a:endParaRPr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74" name="Google Shape;37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9105" y="2791714"/>
            <a:ext cx="310040" cy="36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74;p26" descr="image.png">
            <a:extLst>
              <a:ext uri="{FF2B5EF4-FFF2-40B4-BE49-F238E27FC236}">
                <a16:creationId xmlns:a16="http://schemas.microsoft.com/office/drawing/2014/main" id="{93EFB28A-8517-47D8-9E86-7D0AB0E2725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9210" y="3695026"/>
            <a:ext cx="310040" cy="36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74;p26" descr="image.png">
            <a:extLst>
              <a:ext uri="{FF2B5EF4-FFF2-40B4-BE49-F238E27FC236}">
                <a16:creationId xmlns:a16="http://schemas.microsoft.com/office/drawing/2014/main" id="{0173BEFC-DE72-F9EA-A96B-2A1F19B9167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9210" y="4620315"/>
            <a:ext cx="310040" cy="36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374;p26" descr="image.png">
            <a:extLst>
              <a:ext uri="{FF2B5EF4-FFF2-40B4-BE49-F238E27FC236}">
                <a16:creationId xmlns:a16="http://schemas.microsoft.com/office/drawing/2014/main" id="{320DD389-9152-D263-91E9-3DA54033687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9210" y="5464485"/>
            <a:ext cx="310040" cy="361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1E1FF0-F4F7-E2A6-5B8C-67743ADE2D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76249" y="1750512"/>
            <a:ext cx="5368115" cy="4307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7"/>
          <p:cNvSpPr txBox="1"/>
          <p:nvPr/>
        </p:nvSpPr>
        <p:spPr>
          <a:xfrm>
            <a:off x="3206591" y="3112544"/>
            <a:ext cx="577881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sz="2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87" name="Google Shape;387;p27"/>
          <p:cNvSpPr txBox="1"/>
          <p:nvPr/>
        </p:nvSpPr>
        <p:spPr>
          <a:xfrm>
            <a:off x="2755787" y="4247120"/>
            <a:ext cx="7442426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For Viewing </a:t>
            </a:r>
            <a:r>
              <a:rPr lang="en-US" sz="3600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Our </a:t>
            </a:r>
            <a:r>
              <a:rPr lang="en-US" sz="3600" b="0" i="0" u="none" strike="noStrike" cap="none" dirty="0" err="1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Kindora</a:t>
            </a:r>
            <a:r>
              <a:rPr lang="en-US" sz="3600" b="0" i="0" u="none" strike="noStrike" cap="none" dirty="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Project</a:t>
            </a:r>
            <a:endParaRPr sz="2000" dirty="0"/>
          </a:p>
        </p:txBody>
      </p:sp>
      <p:pic>
        <p:nvPicPr>
          <p:cNvPr id="388" name="Google Shape;388;p27" descr="image.png"/>
          <p:cNvPicPr preferRelativeResize="0"/>
          <p:nvPr/>
        </p:nvPicPr>
        <p:blipFill rotWithShape="1">
          <a:blip r:embed="rId4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674550" y="994695"/>
            <a:ext cx="2306821" cy="211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492</Words>
  <Application>Microsoft Office PowerPoint</Application>
  <PresentationFormat>Widescreen</PresentationFormat>
  <Paragraphs>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5</cp:revision>
  <dcterms:modified xsi:type="dcterms:W3CDTF">2025-11-16T16:23:49Z</dcterms:modified>
</cp:coreProperties>
</file>